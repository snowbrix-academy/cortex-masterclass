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Ecommerce Analytics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• dbt • Streamlit • Snowflake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Snowbrix Academy | Production-Grade Data Engineering. No Fluff.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1295C"/>
                </a:solidFill>
              </a:rPr>
              <a:t>Project Overview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B2D42"/>
                </a:solidFill>
              </a:rPr>
              <a:t>Full production-grade analytics stack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B2D42"/>
                </a:solidFill>
              </a:rPr>
              <a:t>Real-world ecommerce data pipeline (500K orders/month)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B2D42"/>
                </a:solidFill>
              </a:rPr>
              <a:t>3 data sources: PostgreSQL, Stripe API, CSV files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B2D42"/>
                </a:solidFill>
              </a:rPr>
              <a:t>Docker-compose single-command deployment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B2D42"/>
                </a:solidFill>
              </a:rPr>
              <a:t>Complete infrastructure: 6 modules, 3.5 hour build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114800" cy="91440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45s → &lt;2s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Query 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240280"/>
            <a:ext cx="4114800" cy="91440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$3,400 → $150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291840"/>
            <a:ext cx="4114800" cy="91440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383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22x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impact on production database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8D99AE"/>
                </a:solidFill>
              </a:rPr>
              <a:t>Snowbrix Academy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1295C"/>
                </a:solidFill>
              </a:rPr>
              <a:t>Architecture Diagram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solidFill>
            <a:srgbClr val="065A82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SOURCE SYSTEMS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18288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PostgreSQL
</a:t>
            </a:r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</a:rPr>
              <a:t>orders, customers, products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2697480"/>
            <a:ext cx="91440" cy="2743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2011680"/>
            <a:ext cx="18288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Stripe API
</a:t>
            </a:r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</a:rPr>
              <a:t>payments, refunds, disputes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2697480"/>
            <a:ext cx="91440" cy="2743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2011680"/>
            <a:ext cx="18288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057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CSV Files
</a:t>
            </a:r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</a:rPr>
              <a:t>marketing, campaigns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2697480"/>
            <a:ext cx="91440" cy="2743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3108960"/>
            <a:ext cx="6400800" cy="7315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INGESTION LAYER (Python)
</a:t>
            </a:r>
            <a:pPr algn="ctr"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Incremental loads • API pagination • Error handling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26280" y="3886200"/>
            <a:ext cx="91440" cy="3200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4297680"/>
            <a:ext cx="6400800" cy="914400"/>
          </a:xfrm>
          <a:prstGeom prst="rect">
            <a:avLst/>
          </a:prstGeom>
          <a:solidFill>
            <a:srgbClr val="21295C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389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SNOWFLAKE (3-Layer Architecture)
</a:t>
            </a:r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RAW → STAGING → ANALYTICS
</a:t>
            </a:r>
            <a:pPr algn="ctr"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3 dedicated warehouses • RBAC • Network policies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97480" y="5257800"/>
            <a:ext cx="91440" cy="2743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5257800"/>
            <a:ext cx="91440" cy="2743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5577840"/>
            <a:ext cx="274320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5669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AIRFLOW
</a:t>
            </a:r>
            <a:pPr algn="ctr"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Orchestration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5577840"/>
            <a:ext cx="274320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5669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
</a:t>
            </a:r>
            <a:pPr algn="ctr" indent="0" marL="0">
              <a:buNone/>
            </a:pPr>
            <a:r>
              <a:rPr lang="en-US" sz="1000" dirty="0">
                <a:solidFill>
                  <a:srgbClr val="F2F2F2"/>
                </a:solidFill>
              </a:rPr>
              <a:t>Analytics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8D99AE"/>
                </a:solidFill>
              </a:rPr>
              <a:t>Snowbrix Academy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1295C"/>
                </a:solidFill>
              </a:rPr>
              <a:t>Ingestion Layer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Python Extractors: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3716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postgres_extractor.py
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Incremental CDC from OLTP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3716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stripe_connector.py
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API with pagination &amp; rate limiting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3716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csv_loader.py
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Snowflake STAGE + COPY INTO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411480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66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Key Features: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✓ Error handling with exponential backoff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✓ Snowflake stages with encryption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34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✓ Full-load and incremental modes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✓ Logging and audit trails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114800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by Apache Airflow 2.8+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22860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Daily runs at 6AM UTC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926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Slack alerting on failures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3611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SLA monitoring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39319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⚙️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8D99AE"/>
                </a:solidFill>
              </a:rPr>
              <a:t>Snowbrix Academy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1295C"/>
                </a:solidFill>
              </a:rPr>
              <a:t>Transformation Layer (dbt)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9AE"/>
                </a:solidFill>
              </a:rPr>
              <a:t>dbt-core 1.7+ — SQL-first, testable, documented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32004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Staging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stg_customers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stg_orders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066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stg_payments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626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stg_products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558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Type casting, renaming,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basic cleansing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651760" cy="3200400"/>
          </a:xfrm>
          <a:prstGeom prst="rect">
            <a:avLst/>
          </a:prstGeom>
          <a:solidFill>
            <a:srgbClr val="065A82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Intermediate Models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Customer lifetime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value calculations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8437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Enriched order items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09981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with product details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651760" cy="32004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Marts (Dimensional)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dim_customers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dim_products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7066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dim_dates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9626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fct_orders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2186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fct_daily_revenue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82296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029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10+ models  |  15+ data quality tests  |  Full lineage docs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8D99AE"/>
                </a:solidFill>
              </a:rPr>
              <a:t>Snowbrix Academy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1295C"/>
                </a:solidFill>
              </a:rPr>
              <a:t>Analytics Dashboard (Streamlit)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9AE"/>
                </a:solidFill>
              </a:rPr>
              <a:t>Real-time Snowflake-powered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Executive KPIs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• Total revenue trending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• Order volume and growth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• Average order value (AOV)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Customer Analytics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• Segmentation by LTV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• Cohort retention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• Top customers by spend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Product Performance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• Best sellers by category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• Inventory insights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</a:rPr>
              <a:t>• Margin analysis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393192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029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Tech: Streamlit 1.30+ with Snowflake connector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5029200"/>
            <a:ext cx="393192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Query performance: &lt;2 seconds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8D99AE"/>
                </a:solidFill>
              </a:rPr>
              <a:t>Snowbrix Academy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1295C"/>
                </a:solidFill>
              </a:rPr>
              <a:t>Production Features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194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Security &amp; Governance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Role-based access control (RBAC)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Network policies and IP whitelisting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Service accounts with minimal privileges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Encrypted stages (AWS_SSE_S3)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Cost Optimization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Resource monitors with suspend thresholds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Auto-suspend/resume warehouses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Separate warehouses by workload 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023360" cy="2194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Quality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Incremental loads with upserts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526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dbt tests: not_null, unique, relationships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846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Schema validation on ingestion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166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Full test coverage in CI/CD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566160"/>
            <a:ext cx="4023360" cy="2194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Monitoring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4206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Airflow SLA alerts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4526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Slack notifications on failures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4846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Query performance dashboards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8D99AE"/>
                </a:solidFill>
              </a:rPr>
              <a:t>Snowbrix Academy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Source Database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15+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Cloud Warehouse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Snowflake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Latest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Ingestion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3.11+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Transformation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dbt-core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1.7+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Orchestration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 Airflow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2.8+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154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1.30+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Containerization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Compose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Latest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Why this stack?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" y="4526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</a:rPr>
              <a:t>• Industry-standard tools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</a:rPr>
              <a:t>• No vendor lock-in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5074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</a:rPr>
              <a:t>• SQL-first transformation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5349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</a:rPr>
              <a:t>• Cost-effective at scale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5623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</a:rPr>
              <a:t>• Full local reproducibility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89120" y="4114800"/>
            <a:ext cx="4297680" cy="1645920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42976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Monthly Cost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389120" y="46634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~$150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4389120" y="53035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 Snowflake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389120" y="553212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F2F2"/>
                </a:solidFill>
              </a:rPr>
              <a:t>(Free trial: 30 days, $400 credit)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F2F2"/>
                </a:solidFill>
              </a:rPr>
              <a:t>Snowbrix Academy | Production-Grade Data Engineering. No Fluff.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2026-02-13T17:14:31Z</dcterms:created>
  <dcterms:modified xsi:type="dcterms:W3CDTF">2026-02-13T17:14:31Z</dcterms:modified>
</cp:coreProperties>
</file>