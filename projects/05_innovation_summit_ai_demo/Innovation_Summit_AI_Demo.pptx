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AI Services Demo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Stations • Live APIs • Production Patterns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0" y="4206240"/>
            <a:ext cx="36576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Snowbrix Academy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Data Engineering. No Fluff.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3-Station Demo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4114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 Analyst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to SQL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
</a:t>
            </a:r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YAML
</a:t>
            </a:r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users query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474720" cy="4114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Agent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8056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Investigation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329184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API
</a:t>
            </a:r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orchestration
</a:t>
            </a:r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474720" cy="4114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672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+ Search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329184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AI
</a:t>
            </a:r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 Search
</a:t>
            </a:r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 paper to insight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Snowbrix Academy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A: Cortex Analyst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to SQL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business questions into validated SQL queries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Cortex Analyst REST API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Semantic model (YAML)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Multi-turn conversation support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SQL transparency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37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1945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were our top 5 campaigns by ROI in Q3?"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"Show me sales trends for Electronics category"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"Which regions saw the biggest revenue drop?"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3840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17920" y="429768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users query without SQL
</a:t>
            </a:r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semantic layer
</a:t>
            </a:r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results (SQL visible)
</a:t>
            </a:r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seconds vs 3 days for ad-hoc answers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Snowbrix Academy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B: Cortex Data Agent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Multi-Step Investigation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performs complex analytical workflows autonomously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Cortex Agent API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tool orchestration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Multi-step reasoning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data pivoting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37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Cause Analysis: "Why did revenue drop in Q3?"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697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autonomously: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30175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Queries sales trends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Segments by region/category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Correlates with campaign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Identifies specific cause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4389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484632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3-day investigations to </a:t>
            </a:r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seconds
</a:t>
            </a:r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reasoning without manual pivoting
</a:t>
            </a:r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analytical workflows
</a:t>
            </a:r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analysts for complex judgment tasks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Snowbrix Academy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C: Document AI + Cortex Search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to Insight in 60 Seconds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structured data from PDFs, make searchable with semantic search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AI (extraction)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Cortex Search (semantic retrieval)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Relevance filtering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RAG pipeline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37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Upload contract PDFs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Extract: parties, dates, clauses, financial terms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Semantic search: "contracts with termination fees"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Relevance slider: precision vs recall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4206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17920" y="466344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Unstructured → queryable knowledge
</a:t>
            </a:r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 (not keyword matching)
</a:t>
            </a:r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seconds paper to insight
</a:t>
            </a:r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external infrastructure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Snowbrix Academy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Implementation Highlights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0352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Production APIs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 Cortex APIs deployed (no fallbacks)
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REST endpoint integration
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 &amp; retry logic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0352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500K+ synthetic sales records
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Planted patterns for root cause demos
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tables, 12 relationships
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 minute idempotent load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530352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40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Model Excellence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tables mapped with proper relationships
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verified sample queries
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keys enforced
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Business-friendly column descriptions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3657600"/>
            <a:ext cx="530352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840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Performance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42976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relevance filtering
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uppercase column handling
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SiS-native API calls
</a:t>
            </a:r>
            <a:pPr indent="0" marL="0">
              <a:buNone/>
            </a:pPr>
            <a:r>
              <a:rPr lang="en-US" sz="100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(_snowflake.send_snow_api_request)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Snowbrix Academy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Technical Learnings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Model YAML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"relationships" not "joins"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Primary_key field is REQUIRED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with 5+ sample queries first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Business descriptions &gt; technical names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in Snowflake (SiS)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_snowflake.send_snow_api_request() for all Cortex APIs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Pandas returns UPPERCASE column names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Session state for conversation history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Fallback-first error handling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09360" y="1280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 Agent Tools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9360" y="173736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Top-level "name" field required in tool definitions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Tool descriptions drive agent selection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JSON schema validation strict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Multi-step orchestration requires careful prompt design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3200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Patterns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9360" y="365760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Idempotent data load scripts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Version-controlled semantic models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Observable API calls (log everything)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Graceful degradation strategies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Data Engineering. No Fluff.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Snowflake AI Services Demo</dc:title>
  <dc:subject>PptxGenJS Presentation</dc:subject>
  <dc:creator>Snowbrix Academy</dc:creator>
  <cp:lastModifiedBy>Snowbrix Academy</cp:lastModifiedBy>
  <cp:revision>1</cp:revision>
  <dcterms:created xsi:type="dcterms:W3CDTF">2026-02-13T17:03:33Z</dcterms:created>
  <dcterms:modified xsi:type="dcterms:W3CDTF">2026-02-13T17:03:33Z</dcterms:modified>
</cp:coreProperties>
</file>