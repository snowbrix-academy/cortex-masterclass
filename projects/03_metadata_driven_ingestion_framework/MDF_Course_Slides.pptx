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Metadata-Driven Ingestion Framework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Snowflake Ingestion • 10 Hands-On Labs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914400"/>
            <a:ext cx="914400" cy="795528"/>
          </a:xfrm>
          <a:prstGeom prst="hexagon">
            <a:avLst/>
          </a:prstGeom>
          <a:solidFill>
            <a:srgbClr val="29B5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9B5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Modules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9B5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9B5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371600"/>
            <a:ext cx="320040" cy="3200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Config-Driven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INGESTION_CONFIG table drives all behavior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0" y="2423160"/>
            <a:ext cx="320040" cy="3200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Parquet, Avro, ORC from one procedure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3474720"/>
            <a:ext cx="320040" cy="3200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429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Evolution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3794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and handling of column changes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4526280"/>
            <a:ext cx="320040" cy="3200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Error Handling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83280" y="4846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logic, audit trail, and full lineage tracking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 Setup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4-tier database architecture (Control, Raw, Staging, Curated)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compute warehouses with auto-suspend and scaling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RBAC with least-privilege role hierarchy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MDF_CONTROL_DB: Framework brain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MDF_RAW_DB: Immutable landing zone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MDF_STAGING_DB: Cleaned &amp; validated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MDF_CURATED_DB: Business-ready data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280160"/>
            <a:ext cx="3657600" cy="43891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databases with 12 schemas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warehouses (XS, S, M)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Resource monitors configured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5-tier role hierarchy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Future grants enabled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Production-ready security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Formats &amp; Stages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file format objects for CSV, JSON, Parquet, Avro, and ORC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internal stages for quick development testing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external stage templates for S3, Azure Blob, and GCS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File Formats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7315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4023360"/>
            <a:ext cx="7315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94560" y="4023360"/>
            <a:ext cx="7315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4023360"/>
            <a:ext cx="7315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0" y="4023360"/>
            <a:ext cx="7315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Integration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8521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806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 file format objects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Internal staging for PUT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External stage templates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Storage integration setup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Error-on-column-mismatch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STRIP_OUTER_ARRAY for JSON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Production-ready configs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 Tables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INGESTION_CONFIG table to drive all framework behavior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audit tables for compliance and operational monitoring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supporting registry tables for source metadata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sources = 100 config rows, not 100 scripts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 flag for soft deletes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TARGET_DATABASE/SCHEMA/TABLE routing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FILE_PATTERN regex for flexible matching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compliance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INGESTION_CONFIG master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INGESTION_AUDIT_LOG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ERROR_LOG with retry tracking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SOURCE_REGISTRY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FILE_LOAD_HISTORY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Sample config data loaded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Constraint validation enabled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Stored Procedures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SP_GENERIC_INGESTION - the framework's core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dynamic SQL generation from config metadata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SP_REGISTER_SOURCE for rapid source onboarding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stored procedures for error handling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COPY INTO generation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execution (skip loaded files)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ID tracking for lineage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audit logging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SP_GENERIC_INGESTION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SP_REGISTER_SOURCE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SP_LOG_INGESTION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SP_AUDIT_LOG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Dynamic SQL builder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 capture &amp; logging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Ready for production loads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 Ingestion Lab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structured CSV data using the framework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PUT command to upload files to internal stages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loads using audit logs and data validation queries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 datasets: customers, orders, products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 handling and SKIP_HEADER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delimiter and escape characters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(NULL_IF parameter)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columns: _MDF_LOAD_TS, _MDF_FILE_NAME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CSV sources configured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Files uploaded via PUT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SP_GENERIC_INGESTION tested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validated in RAW tables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Audit log entries verified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Re-run idempotency confirmed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end-to-end workflow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Semi-Structured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JSON data into VARIANT columns using the framework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FLATTEN to unnest nested JSON arrays and objects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views for business-friendly access to semi-structured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data type for schema flexibility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STRIP_OUTER_ARRAY for JSON arrays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 (data:field) for access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FLATTEN() for nested structures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native support (columnar)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JSON event data ingested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Parquet files loaded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VARIANT columns queried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FLATTEN used for arrays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Typed views created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Performance optimizations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Multi-format validation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 Handling &amp; Audit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data validation procedures for quality checks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SP_RETRY_FAILED_LOADS for automatic error recovery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error patterns using ERROR_LOG table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SP_VALIDATE_LOAD for post-load checks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with exponential backoff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severity classification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lineage tracking via BATCH_ID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audit trail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SP_VALIDATE_LOAD procedure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SP_RETRY_FAILED_LOADS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ERROR_LOG table populated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Retry count tracking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 pattern analysis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Alerting query templates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Self-healing capabilities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 (Tasks + Streams)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Snowflake Tasks for scheduled ingestion execution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CRON expressions for flexible scheduling patterns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Streams for CDC-driven incremental processing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DAGs for dependencies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vs. predecessor-based scheduling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for change tracking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Auto-suspend/resume for cost control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history monitoring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Scheduled ingestion tasks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CRON patterns configured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 dependencies defined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Streams for CDC tracking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 notification tasks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 monitoring queries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automated pipeline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 &amp; Dashboards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7 monitoring views covering health, performance, and errors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Snowsight dashboards for operational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health status scoring (HEALTHY/WARNING/CRITICAL)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Monitoring Views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728" cy="109728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VW_INGESTION_EXECUTIVE_SUMMARY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09728" cy="109728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89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VW_SOURCE_HEALTH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9728" cy="109728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VW_THROUGHPUT_METRICS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109728" cy="109728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029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VW_ERROR_ANALYSIS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94960"/>
            <a:ext cx="109728" cy="109728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349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VW_PERFORMANCE_METRICS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715000"/>
            <a:ext cx="109728" cy="109728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669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VW_OPERATIONAL_OVERVIEW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6035040"/>
            <a:ext cx="109728" cy="109728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989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VW_DAILY_SUMMARY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 monitoring views created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Health status logic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Performance P95 metrics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Error severity classification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Daily KPI summary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Snowsight dashboard setup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Alerting query templates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Evolution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274320"/>
            <a:ext cx="1188720" cy="36576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schema changes using INFER_SCHEMA and comparison logic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schema evolution with dynamic ALTER TABLE statements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multi-client scenarios with schema-per-client isolation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SP_DETECT_SCHEMA_CHANGES procedure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INFER_SCHEMA for automatic detection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ALTER TABLE generation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schema isolation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37160" cy="13716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compatibility handling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00" cy="484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SP_DETECT_SCHEMA_CHANGES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SP_APPLY_SCHEMA_EVOLUTION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INFER_SCHEMA integration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Dynamic DDL generation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Multi-client support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drift detection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754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Production-ready evolution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MDF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286000" cy="2103120"/>
          </a:xfrm>
          <a:prstGeom prst="rect">
            <a:avLst/>
          </a:prstGeom>
          <a:solidFill>
            <a:srgbClr val="F5F5F5"/>
          </a:solidFill>
          <a:ln w="38100">
            <a:solidFill>
              <a:srgbClr val="29B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MDF_CONTROL_DB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Brain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Views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645920"/>
            <a:ext cx="2286000" cy="2103120"/>
          </a:xfrm>
          <a:prstGeom prst="rect">
            <a:avLst/>
          </a:prstGeom>
          <a:solidFill>
            <a:srgbClr val="F5F5F5"/>
          </a:solidFill>
          <a:ln w="381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MDF_RAW_DB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0574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42316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74320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 Types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06324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Columns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38328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1645920"/>
            <a:ext cx="2286000" cy="2103120"/>
          </a:xfrm>
          <a:prstGeom prst="rect">
            <a:avLst/>
          </a:prstGeom>
          <a:solidFill>
            <a:srgbClr val="F5F5F5"/>
          </a:solidFill>
          <a:ln w="3810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MDF_STAGING_DB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20574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242316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274320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Columns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306324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3383280"/>
            <a:ext cx="91440" cy="9144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4114800"/>
            <a:ext cx="2743200" cy="1097280"/>
          </a:xfrm>
          <a:prstGeom prst="rect">
            <a:avLst/>
          </a:prstGeom>
          <a:solidFill>
            <a:srgbClr val="1E2761"/>
          </a:solidFill>
          <a:ln w="38100">
            <a:solidFill>
              <a:srgbClr val="29B5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MDF_CURATED_DB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29184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Analytics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91840" y="4846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• Aggregated • Optimized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2743200"/>
            <a:ext cx="1325880" cy="0"/>
          </a:xfrm>
          <a:prstGeom prst="line">
            <a:avLst/>
          </a:prstGeom>
          <a:noFill/>
          <a:ln w="38100">
            <a:solidFill>
              <a:srgbClr val="29B5E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343400" y="2743200"/>
            <a:ext cx="1325880" cy="0"/>
          </a:xfrm>
          <a:prstGeom prst="line">
            <a:avLst/>
          </a:prstGeom>
          <a:noFill/>
          <a:ln w="38100">
            <a:solidFill>
              <a:srgbClr val="29B5E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812280" y="3749040"/>
            <a:ext cx="0" cy="731520"/>
          </a:xfrm>
          <a:prstGeom prst="line">
            <a:avLst/>
          </a:prstGeom>
          <a:noFill/>
          <a:ln w="38100">
            <a:solidFill>
              <a:srgbClr val="29B5E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812280" y="4480560"/>
            <a:ext cx="-2240280" cy="0"/>
          </a:xfrm>
          <a:prstGeom prst="line">
            <a:avLst/>
          </a:prstGeom>
          <a:noFill/>
          <a:ln w="38100">
            <a:solidFill>
              <a:srgbClr val="29B5E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" y="5486400"/>
            <a:ext cx="8229600" cy="548640"/>
          </a:xfrm>
          <a:prstGeom prst="roundRect">
            <a:avLst/>
          </a:prstGeom>
          <a:solidFill>
            <a:srgbClr val="29B5E8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Generic Procedure: SP_GENERIC_INGESTION handles all file types and sources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Production-Ready Framework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MDF Different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Snowflake-Native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orchestrators or dependencies. Pure Snowflake.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210312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2286000"/>
            <a:ext cx="457200" cy="45720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1500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Loads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safely. Already-loaded files are automatically skipped.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lineage tracking for compliance and troubleshooting.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74904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3931920"/>
            <a:ext cx="457200" cy="45720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1500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Recovery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064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logic with exponential backoff and alerting.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Data Sources = 100 Config Rows, Not 100 Scripts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— Production-Grade Data Engineering. No Fluff.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Metadata-Driven Ingestion Framework</dc:title>
  <dc:subject>Production-Grade Snowflake Ingestion</dc:subject>
  <dc:creator>Snowbrix Academy</dc:creator>
  <cp:lastModifiedBy>Snowbrix Academy</cp:lastModifiedBy>
  <cp:revision>1</cp:revision>
  <dcterms:created xsi:type="dcterms:W3CDTF">2026-02-13T17:15:55Z</dcterms:created>
  <dcterms:modified xsi:type="dcterms:W3CDTF">2026-02-13T17:15:55Z</dcterms:modified>
</cp:coreProperties>
</file>