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Snowflake FinOps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Governance • Chargeback • Budget Controls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Snowbrix Academy - Production-Grade Data Engineering. No Fluff.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comprehensive modules covering cost control and optimization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chargeback attribution with SCD Type 2 dimensions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budget alerts and forecasting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3931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7-page Streamlit executive dashboard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7939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 4-5 hours of hands-on labs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919472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Production-ready FinOps framework for Snowflake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Foundation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Architecture &amp; RBAC (25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 separation of control vs analytics databases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Configure warehouses with resource monitors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least-privilege RBAC with 4 roles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Deliverables: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FINOPS_CONTROL_DB with 7 schemas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warehouses (ADMIN, ETL, REPORTING)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monitor capping framework at $150/month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Cost-controlled framework foundation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20040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474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Cost Collection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Cost Data Ingestion (35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Collect warehouse credit consumption from ACCOUNT_USAGE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query-level costs with attribution metadata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storage costs (active + time-travel + failsafe)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Procedures: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SP_COLLECT_WAREHOUSE_COSTS - Minute-by-minute metering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SP_COLLECT_QUERY_COSTS - Query attribution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SP_COLLECT_STORAGE_COSTS - Database storage tracking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 into all cost drivers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749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Chargeback Attribution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Cost Allocation (40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SCD Type 2 dimensions for historical accuracy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direct and proportional allocation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Tag-based attribution using QUERY_TAG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Procedures: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SP_CALCULATE_CHARGEBACK - Attribution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SP_REGISTER_CHARGEBACK_ENTITY - Easy team onboarding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FACT_ATTRIBUTED_COST - Multi-dimensional cost facts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Department-level accountability, &lt;5% unallocated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Budget Controls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Alerting &amp; Anomaly Detection (30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Configure monthly/quarterly budgets by entity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3-tier threshold alerting (80%/90%/100%)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 cost anomalies using z-score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Procedures: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SP_CHECK_BUDGETS - Budget vs actual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SP_DETECT_ANOMALIES - Statistical anomaly detection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BUDGET_VS_ACTUAL - Burn rate and forecasting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compliance enforcement, proactive alerts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 BI Tool Detection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Cost Tracking (25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Classify users (human vs service account)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 BI tool usage from APPLICATION_NAME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costs by Power BI, Tableau, dbt, Airflow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Procedures: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SP_CLASSIFY_BI_CHANNELS - BI tool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USER_CLASSIFICATION - User type mapping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BI_TOOL_MAPPING - Application patterns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tool cost attribution for chargeback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749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6: Optimization Recommendations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Cost Reduction (30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 idle warehouses (&gt;50% idle time)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auto-suspend tuning opportunities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 warehouse sizing and query optimization candidates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Procedures: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SP_GENERATE_RECOMMENDATIONS - 6 recommendation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IDLE_WAREHOUSE_LOG - Idle time tracking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OPTIMIZATION_RECOMMENDATIONS - Prioritized by savings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15-30% cost reduction through automation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7: Monitoring Views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 for BI Tools (35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10+ business-friendly monitoring views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row-level security with SECURE 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Pre-aggregate metrics for BI tool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Views: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VW_EXECUTIVE_SUMMARY - KPIs and trends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VW_WAREHOUSE_ANALYTICS - Utilization and idle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VW_CHARGEBACK_REPORT - Team/dept/project costs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visibility without expensive queries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8: Automation Tasks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Data Pipeline (20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Configure task DAG with dependencies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hourly cost collection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 daily chargeback and budget checks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Tasks: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TASK_COLLECT_WAREHOUSE_COSTS - Hourly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TASK_CALCULATE_CHARGEBACK - Daily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TASK_GENERATE_RECOMMENDATIONS - Weekly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Zero-touch cost monitoring and alerting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7490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9: Streamlit Dashboard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7-Page Executive 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interactive dashboard with Plotly charts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role-based access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 CSV/Excel export for reporting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Executive Summary, Warehouse Analytics, Query Cost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Chargeback Report, Budget Management, Optimization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Admin/Config for entity registration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cost analytics for executives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10: Production Deployment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 Hardening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least-privilege RBAC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Configure network policies for API access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row-level security across roles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Checklist: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Configure credit pricing and budgets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 all teams/departments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Resume task tree for automation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&lt;5% unallocated costs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554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1920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Production-ready, audit-compliant framework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365760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FINOPS_CONTROL_DB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COST_DATA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CHARGEBACK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PROCEDURES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645920"/>
            <a:ext cx="25603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DAG with hourly/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daily/weekly schedules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cost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from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ACCOUNT_USAGE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645920"/>
            <a:ext cx="2560320" cy="3200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7-page Streamlit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3246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secure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views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CSV/Excel export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4526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3017520"/>
            <a:ext cx="274320" cy="365760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3017520"/>
            <a:ext cx="274320" cy="365760"/>
          </a:xfrm>
          <a:prstGeom prst="rightArrow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&amp; Business Impact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15-30% typical cost reduction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5420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optimization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9806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0540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warehouse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101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20-40% compute waste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64592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22860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Department-level chargeback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25420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&lt;5% unallocated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79806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0540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attribution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33101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(team/project/cost center)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compliance with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50109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alerting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526694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55229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prevents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5779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overruns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4114800"/>
            <a:ext cx="35661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03520" y="4754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Zero-touch monitoring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50109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10+ hours/month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526694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55229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recommendations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5779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remediation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Snowbrix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Snowflake FinOps</dc:title>
  <dc:subject>Cost Governance • Chargeback • Budget Controls</dc:subject>
  <dc:creator>Snowbrix Academy</dc:creator>
  <cp:lastModifiedBy>Snowbrix Academy</cp:lastModifiedBy>
  <cp:revision>1</cp:revision>
  <dcterms:created xsi:type="dcterms:W3CDTF">2026-02-13T17:15:05Z</dcterms:created>
  <dcterms:modified xsi:type="dcterms:W3CDTF">2026-02-13T17:15:05Z</dcterms:modified>
</cp:coreProperties>
</file>